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4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-105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3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</a:t>
            </a:r>
            <a:r>
              <a:rPr lang="en-US" dirty="0" smtClean="0"/>
              <a:t> Title </a:t>
            </a:r>
            <a:r>
              <a:rPr lang="en-US" dirty="0"/>
              <a:t>_____________________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Submitted in partial fulfillment of the requirements for the award of the degree of</a:t>
            </a:r>
            <a:endParaRPr lang="en-IN" dirty="0"/>
          </a:p>
          <a:p>
            <a:r>
              <a:rPr lang="en-US" dirty="0" smtClean="0"/>
              <a:t>Bachelor </a:t>
            </a:r>
            <a:r>
              <a:rPr lang="en-US" dirty="0"/>
              <a:t>of Computer Application (BCA) / Master of Computer Application (MCA)/ Master of Science (Data Science) MSc (DS)</a:t>
            </a:r>
            <a:endParaRPr lang="en-IN" dirty="0"/>
          </a:p>
          <a:p>
            <a:r>
              <a:rPr lang="en-US" dirty="0"/>
              <a:t>By</a:t>
            </a:r>
            <a:endParaRPr lang="en-IN" dirty="0"/>
          </a:p>
          <a:p>
            <a:r>
              <a:rPr lang="en-US" dirty="0" smtClean="0"/>
              <a:t>Student </a:t>
            </a:r>
            <a:r>
              <a:rPr lang="en-US" dirty="0"/>
              <a:t>Name: ____________________</a:t>
            </a:r>
            <a:endParaRPr lang="en-IN" dirty="0"/>
          </a:p>
          <a:p>
            <a:r>
              <a:rPr lang="en-US" dirty="0"/>
              <a:t>Enrollment No: ____________________</a:t>
            </a:r>
            <a:endParaRPr lang="en-IN" dirty="0"/>
          </a:p>
          <a:p>
            <a:r>
              <a:rPr lang="en-US" dirty="0" smtClean="0"/>
              <a:t>Under </a:t>
            </a:r>
            <a:r>
              <a:rPr lang="en-US" dirty="0"/>
              <a:t>the guidance of</a:t>
            </a:r>
            <a:endParaRPr lang="en-IN" dirty="0"/>
          </a:p>
          <a:p>
            <a:r>
              <a:rPr lang="en-US" dirty="0"/>
              <a:t>Guide/Mentor Name: __________________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4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Certificate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Certificate from Qollabb to be attached</a:t>
            </a:r>
          </a:p>
          <a:p>
            <a:pPr lvl="1"/>
            <a:r>
              <a:rPr sz="2400">
                <a:latin typeface="Calibri"/>
              </a:rPr>
              <a:t>Project completed under mentor guidance</a:t>
            </a:r>
          </a:p>
          <a:p>
            <a:pPr lvl="1"/>
            <a:r>
              <a:rPr sz="2400">
                <a:latin typeface="Calibri"/>
              </a:rPr>
              <a:t>Institutional verification required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823347"/>
          </a:xfrm>
        </p:spPr>
        <p:txBody>
          <a:bodyPr/>
          <a:lstStyle/>
          <a:p>
            <a:r>
              <a:rPr dirty="0"/>
              <a:t>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368063"/>
            <a:ext cx="7315200" cy="3941298"/>
          </a:xfrm>
        </p:spPr>
        <p:txBody>
          <a:bodyPr>
            <a:noAutofit/>
          </a:bodyPr>
          <a:lstStyle/>
          <a:p>
            <a:r>
              <a:rPr lang="en-IN" sz="1200" dirty="0">
                <a:latin typeface="Calibri" pitchFamily="34" charset="0"/>
                <a:cs typeface="Calibri" pitchFamily="34" charset="0"/>
              </a:rPr>
              <a:t>I, </a:t>
            </a:r>
            <a:r>
              <a:rPr lang="en-IN" sz="1200" b="1" dirty="0">
                <a:latin typeface="Calibri" pitchFamily="34" charset="0"/>
                <a:cs typeface="Calibri" pitchFamily="34" charset="0"/>
              </a:rPr>
              <a:t>____________________</a:t>
            </a:r>
            <a:r>
              <a:rPr lang="en-IN" sz="1200" dirty="0">
                <a:latin typeface="Calibri" pitchFamily="34" charset="0"/>
                <a:cs typeface="Calibri" pitchFamily="34" charset="0"/>
              </a:rPr>
              <a:t>, hereby solemnly declare that the project report titled </a:t>
            </a:r>
            <a:r>
              <a:rPr lang="en-IN" sz="1200" b="1" dirty="0">
                <a:latin typeface="Calibri" pitchFamily="34" charset="0"/>
                <a:cs typeface="Calibri" pitchFamily="34" charset="0"/>
              </a:rPr>
              <a:t>"____________________"</a:t>
            </a:r>
            <a:r>
              <a:rPr lang="en-IN" sz="1200" dirty="0">
                <a:latin typeface="Calibri" pitchFamily="34" charset="0"/>
                <a:cs typeface="Calibri" pitchFamily="34" charset="0"/>
              </a:rPr>
              <a:t> submitted in partial </a:t>
            </a:r>
            <a:r>
              <a:rPr lang="en-IN" sz="1200" dirty="0" err="1">
                <a:latin typeface="Calibri" pitchFamily="34" charset="0"/>
                <a:cs typeface="Calibri" pitchFamily="34" charset="0"/>
              </a:rPr>
              <a:t>fulfillment</a:t>
            </a:r>
            <a:r>
              <a:rPr lang="en-IN" sz="1200" dirty="0">
                <a:latin typeface="Calibri" pitchFamily="34" charset="0"/>
                <a:cs typeface="Calibri" pitchFamily="34" charset="0"/>
              </a:rPr>
              <a:t> of the requirements for the award of the degree of </a:t>
            </a:r>
            <a:r>
              <a:rPr lang="en-IN" sz="1200" b="1" dirty="0">
                <a:latin typeface="Calibri" pitchFamily="34" charset="0"/>
                <a:cs typeface="Calibri" pitchFamily="34" charset="0"/>
              </a:rPr>
              <a:t>Bachelor of Computer Application (BCA) / Master of Computer Application (MCA)/ Master of Science (Data Science) MSc (DS)</a:t>
            </a:r>
            <a:r>
              <a:rPr lang="en-IN" sz="1200" dirty="0">
                <a:latin typeface="Calibri" pitchFamily="34" charset="0"/>
                <a:cs typeface="Calibri" pitchFamily="34" charset="0"/>
              </a:rPr>
              <a:t> is my original work.</a:t>
            </a:r>
          </a:p>
          <a:p>
            <a:r>
              <a:rPr lang="en-IN" sz="1200" dirty="0">
                <a:latin typeface="Calibri" pitchFamily="34" charset="0"/>
                <a:cs typeface="Calibri" pitchFamily="34" charset="0"/>
              </a:rPr>
              <a:t>I further declare that:</a:t>
            </a:r>
          </a:p>
          <a:p>
            <a:pPr lvl="0"/>
            <a:r>
              <a:rPr lang="en-IN" sz="1200" dirty="0">
                <a:latin typeface="Calibri" pitchFamily="34" charset="0"/>
                <a:cs typeface="Calibri" pitchFamily="34" charset="0"/>
              </a:rPr>
              <a:t>This project has been carried out by me during the academic year __________ under the supervision of </a:t>
            </a:r>
            <a:r>
              <a:rPr lang="en-IN" sz="1200" b="1" dirty="0">
                <a:latin typeface="Calibri" pitchFamily="34" charset="0"/>
                <a:cs typeface="Calibri" pitchFamily="34" charset="0"/>
              </a:rPr>
              <a:t>____________________ (Guide/Mentor Name)</a:t>
            </a:r>
            <a:r>
              <a:rPr lang="en-IN" sz="1200" dirty="0">
                <a:latin typeface="Calibri" pitchFamily="34" charset="0"/>
                <a:cs typeface="Calibri" pitchFamily="34" charset="0"/>
              </a:rPr>
              <a:t>.</a:t>
            </a:r>
          </a:p>
          <a:p>
            <a:pPr lvl="0"/>
            <a:r>
              <a:rPr lang="en-IN" sz="1200" dirty="0">
                <a:latin typeface="Calibri" pitchFamily="34" charset="0"/>
                <a:cs typeface="Calibri" pitchFamily="34" charset="0"/>
              </a:rPr>
              <a:t>The work has not been submitted previously to any other university, institution, or examination body for the award of any degree, diploma, or certification.</a:t>
            </a:r>
          </a:p>
          <a:p>
            <a:pPr lvl="0"/>
            <a:r>
              <a:rPr lang="en-IN" sz="1200" dirty="0">
                <a:latin typeface="Calibri" pitchFamily="34" charset="0"/>
                <a:cs typeface="Calibri" pitchFamily="34" charset="0"/>
              </a:rPr>
              <a:t>All sources of information used in this report have been duly acknowledged and referenced in accordance with academic ethics and plagiarism norms.</a:t>
            </a:r>
          </a:p>
          <a:p>
            <a:pPr lvl="0"/>
            <a:r>
              <a:rPr lang="en-IN" sz="1200" dirty="0">
                <a:latin typeface="Calibri" pitchFamily="34" charset="0"/>
                <a:cs typeface="Calibri" pitchFamily="34" charset="0"/>
              </a:rPr>
              <a:t>The data presented in this report is authentic to the best of my knowledge and has not been fabricated or manipulated.</a:t>
            </a:r>
          </a:p>
          <a:p>
            <a:pPr lvl="0"/>
            <a:r>
              <a:rPr lang="en-IN" sz="1200" dirty="0">
                <a:latin typeface="Calibri" pitchFamily="34" charset="0"/>
                <a:cs typeface="Calibri" pitchFamily="34" charset="0"/>
              </a:rPr>
              <a:t>I understand that if any part of this declaration is found to be false, my project may be rejected and disciplinary action may be taken as per institutional rules.</a:t>
            </a:r>
          </a:p>
          <a:p>
            <a:r>
              <a:rPr lang="en-IN" sz="1200" dirty="0">
                <a:latin typeface="Calibri" pitchFamily="34" charset="0"/>
                <a:cs typeface="Calibri" pitchFamily="34" charset="0"/>
              </a:rPr>
              <a:t>Place: ____________________</a:t>
            </a:r>
            <a:br>
              <a:rPr lang="en-IN" sz="1200" dirty="0">
                <a:latin typeface="Calibri" pitchFamily="34" charset="0"/>
                <a:cs typeface="Calibri" pitchFamily="34" charset="0"/>
              </a:rPr>
            </a:br>
            <a:r>
              <a:rPr lang="en-IN" sz="1200" dirty="0">
                <a:latin typeface="Calibri" pitchFamily="34" charset="0"/>
                <a:cs typeface="Calibri" pitchFamily="34" charset="0"/>
              </a:rPr>
              <a:t>Date: ____________________</a:t>
            </a:r>
          </a:p>
          <a:p>
            <a:r>
              <a:rPr lang="en-IN" sz="1200" dirty="0">
                <a:latin typeface="Calibri" pitchFamily="34" charset="0"/>
                <a:cs typeface="Calibri" pitchFamily="34" charset="0"/>
              </a:rPr>
              <a:t>Student Signature: ____________________</a:t>
            </a:r>
            <a:br>
              <a:rPr lang="en-IN" sz="1200" dirty="0">
                <a:latin typeface="Calibri" pitchFamily="34" charset="0"/>
                <a:cs typeface="Calibri" pitchFamily="34" charset="0"/>
              </a:rPr>
            </a:br>
            <a:r>
              <a:rPr lang="en-IN" sz="1200" dirty="0">
                <a:latin typeface="Calibri" pitchFamily="34" charset="0"/>
                <a:cs typeface="Calibri" pitchFamily="34" charset="0"/>
              </a:rPr>
              <a:t>Student Name: ____________________</a:t>
            </a:r>
            <a:br>
              <a:rPr lang="en-IN" sz="1200" dirty="0">
                <a:latin typeface="Calibri" pitchFamily="34" charset="0"/>
                <a:cs typeface="Calibri" pitchFamily="34" charset="0"/>
              </a:rPr>
            </a:br>
            <a:r>
              <a:rPr lang="en-IN" sz="1200" dirty="0" err="1">
                <a:latin typeface="Calibri" pitchFamily="34" charset="0"/>
                <a:cs typeface="Calibri" pitchFamily="34" charset="0"/>
              </a:rPr>
              <a:t>Enrollment</a:t>
            </a:r>
            <a:r>
              <a:rPr lang="en-IN" sz="1200" dirty="0">
                <a:latin typeface="Calibri" pitchFamily="34" charset="0"/>
                <a:cs typeface="Calibri" pitchFamily="34" charset="0"/>
              </a:rPr>
              <a:t> No: ____________________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latin typeface="Calibri"/>
              </a:rPr>
              <a:t>Thanks to mentor</a:t>
            </a:r>
          </a:p>
          <a:p>
            <a:pPr lvl="1"/>
            <a:r>
              <a:rPr sz="2400" dirty="0">
                <a:latin typeface="Calibri"/>
              </a:rPr>
              <a:t>Faculty support appreciated</a:t>
            </a:r>
          </a:p>
          <a:p>
            <a:pPr lvl="1"/>
            <a:r>
              <a:rPr sz="2400" dirty="0">
                <a:latin typeface="Calibri"/>
              </a:rPr>
              <a:t>Institutional assistance recognized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Abstract /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Project Topic Overview</a:t>
            </a:r>
          </a:p>
          <a:p>
            <a:pPr lvl="1"/>
            <a:r>
              <a:rPr sz="2400">
                <a:latin typeface="Calibri"/>
              </a:rPr>
              <a:t>Objectives</a:t>
            </a:r>
          </a:p>
          <a:p>
            <a:pPr lvl="1"/>
            <a:r>
              <a:rPr sz="2400">
                <a:latin typeface="Calibri"/>
              </a:rPr>
              <a:t>System Analysis &amp; Design</a:t>
            </a:r>
          </a:p>
          <a:p>
            <a:pPr lvl="1"/>
            <a:r>
              <a:rPr sz="2400">
                <a:latin typeface="Calibri"/>
              </a:rPr>
              <a:t>Implementation &amp; Testing</a:t>
            </a:r>
          </a:p>
          <a:p>
            <a:pPr lvl="1"/>
            <a:r>
              <a:rPr sz="2400">
                <a:latin typeface="Calibri"/>
              </a:rPr>
              <a:t>Future Scope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1: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Project Background</a:t>
            </a:r>
          </a:p>
          <a:p>
            <a:pPr lvl="1"/>
            <a:r>
              <a:rPr sz="2400">
                <a:latin typeface="Calibri"/>
              </a:rPr>
              <a:t>Problem Definition</a:t>
            </a:r>
          </a:p>
          <a:p>
            <a:pPr lvl="1"/>
            <a:r>
              <a:rPr sz="2400">
                <a:latin typeface="Calibri"/>
              </a:rPr>
              <a:t>Objectives</a:t>
            </a:r>
          </a:p>
          <a:p>
            <a:pPr lvl="1"/>
            <a:r>
              <a:rPr sz="2400">
                <a:latin typeface="Calibri"/>
              </a:rPr>
              <a:t>Scope</a:t>
            </a:r>
          </a:p>
          <a:p>
            <a:pPr lvl="1"/>
            <a:r>
              <a:rPr sz="2400">
                <a:latin typeface="Calibri"/>
              </a:rPr>
              <a:t>Technology Overview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2: System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Existing System</a:t>
            </a:r>
          </a:p>
          <a:p>
            <a:pPr lvl="1"/>
            <a:r>
              <a:rPr sz="2400">
                <a:latin typeface="Calibri"/>
              </a:rPr>
              <a:t>Limitations</a:t>
            </a:r>
          </a:p>
          <a:p>
            <a:pPr lvl="1"/>
            <a:r>
              <a:rPr sz="2400">
                <a:latin typeface="Calibri"/>
              </a:rPr>
              <a:t>Feasibility Study</a:t>
            </a:r>
          </a:p>
          <a:p>
            <a:pPr lvl="1"/>
            <a:r>
              <a:rPr sz="2400">
                <a:latin typeface="Calibri"/>
              </a:rPr>
              <a:t>Requirement Gathering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3: System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Requirement Analysis</a:t>
            </a:r>
          </a:p>
          <a:p>
            <a:pPr lvl="1"/>
            <a:r>
              <a:rPr sz="2400">
                <a:latin typeface="Calibri"/>
              </a:rPr>
              <a:t>Functional Requirements</a:t>
            </a:r>
          </a:p>
          <a:p>
            <a:pPr lvl="1"/>
            <a:r>
              <a:rPr sz="2400">
                <a:latin typeface="Calibri"/>
              </a:rPr>
              <a:t>Non-Functional Requirements</a:t>
            </a:r>
          </a:p>
          <a:p>
            <a:pPr lvl="1"/>
            <a:r>
              <a:rPr sz="2400">
                <a:latin typeface="Calibri"/>
              </a:rPr>
              <a:t>DFD / Use Case Diagrams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4: 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System Architecture</a:t>
            </a:r>
          </a:p>
          <a:p>
            <a:pPr lvl="1"/>
            <a:r>
              <a:rPr sz="2400">
                <a:latin typeface="Calibri"/>
              </a:rPr>
              <a:t>Database Design</a:t>
            </a:r>
          </a:p>
          <a:p>
            <a:pPr lvl="1"/>
            <a:r>
              <a:rPr sz="2400">
                <a:latin typeface="Calibri"/>
              </a:rPr>
              <a:t>ER Diagram</a:t>
            </a:r>
          </a:p>
          <a:p>
            <a:pPr lvl="1"/>
            <a:r>
              <a:rPr sz="2400">
                <a:latin typeface="Calibri"/>
              </a:rPr>
              <a:t>UI Design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Chapter 5: 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Technology Stack</a:t>
            </a:r>
          </a:p>
          <a:p>
            <a:pPr lvl="1"/>
            <a:r>
              <a:rPr sz="2400">
                <a:latin typeface="Calibri"/>
              </a:rPr>
              <a:t>Module Development</a:t>
            </a:r>
          </a:p>
          <a:p>
            <a:pPr lvl="1"/>
            <a:r>
              <a:rPr sz="2400">
                <a:latin typeface="Calibri"/>
              </a:rPr>
              <a:t>Database Integration</a:t>
            </a:r>
          </a:p>
          <a:p>
            <a:pPr lvl="1"/>
            <a:r>
              <a:rPr sz="2400">
                <a:latin typeface="Calibri"/>
              </a:rPr>
              <a:t>Deployment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6: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Unit Testing</a:t>
            </a:r>
          </a:p>
          <a:p>
            <a:pPr lvl="1"/>
            <a:r>
              <a:rPr sz="2400">
                <a:latin typeface="Calibri"/>
              </a:rPr>
              <a:t>Integration Testing</a:t>
            </a:r>
          </a:p>
          <a:p>
            <a:pPr lvl="1"/>
            <a:r>
              <a:rPr sz="2400">
                <a:latin typeface="Calibri"/>
              </a:rPr>
              <a:t>System Testing</a:t>
            </a:r>
          </a:p>
          <a:p>
            <a:pPr lvl="1"/>
            <a:r>
              <a:rPr sz="2400">
                <a:latin typeface="Calibri"/>
              </a:rPr>
              <a:t>Test Cases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Chapter 7: 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System Output</a:t>
            </a:r>
          </a:p>
          <a:p>
            <a:pPr lvl="1"/>
            <a:r>
              <a:rPr sz="2400">
                <a:latin typeface="Calibri"/>
              </a:rPr>
              <a:t>Performance Analysis</a:t>
            </a:r>
          </a:p>
          <a:p>
            <a:pPr lvl="1"/>
            <a:r>
              <a:rPr sz="2400">
                <a:latin typeface="Calibri"/>
              </a:rPr>
              <a:t>Advantages</a:t>
            </a:r>
          </a:p>
          <a:p>
            <a:pPr lvl="1"/>
            <a:r>
              <a:rPr sz="2400">
                <a:latin typeface="Calibri"/>
              </a:rPr>
              <a:t>Comparison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Chapter 8: 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Project Summary</a:t>
            </a:r>
          </a:p>
          <a:p>
            <a:pPr lvl="1"/>
            <a:r>
              <a:rPr sz="2400">
                <a:latin typeface="Calibri"/>
              </a:rPr>
              <a:t>Objectives Achieved</a:t>
            </a:r>
          </a:p>
          <a:p>
            <a:pPr lvl="1"/>
            <a:r>
              <a:rPr sz="2400">
                <a:latin typeface="Calibri"/>
              </a:rPr>
              <a:t>Benefits</a:t>
            </a:r>
          </a:p>
          <a:p>
            <a:pPr lvl="1"/>
            <a:r>
              <a:rPr sz="2400">
                <a:latin typeface="Calibri"/>
              </a:rPr>
              <a:t>Future Enhancements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9: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Books &amp; Journals (APA)</a:t>
            </a:r>
          </a:p>
          <a:p>
            <a:pPr lvl="1"/>
            <a:r>
              <a:rPr sz="2400">
                <a:latin typeface="Calibri"/>
              </a:rPr>
              <a:t>Web Sources</a:t>
            </a:r>
          </a:p>
          <a:p>
            <a:pPr lvl="1"/>
            <a:r>
              <a:rPr sz="2400">
                <a:latin typeface="Calibri"/>
              </a:rPr>
              <a:t>Research Papers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Chapter 10: Appendices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Source Code</a:t>
            </a:r>
          </a:p>
          <a:p>
            <a:pPr lvl="1"/>
            <a:r>
              <a:rPr sz="2400">
                <a:latin typeface="Calibri"/>
              </a:rPr>
              <a:t>Database Structure</a:t>
            </a:r>
          </a:p>
          <a:p>
            <a:pPr lvl="1"/>
            <a:r>
              <a:rPr sz="2400">
                <a:latin typeface="Calibri"/>
              </a:rPr>
              <a:t>User Manual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35170"/>
            <a:ext cx="3880338" cy="11136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37</TotalTime>
  <Words>365</Words>
  <Application>Microsoft Office PowerPoint</Application>
  <PresentationFormat>On-screen Show (4:3)</PresentationFormat>
  <Paragraphs>81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Perspective</vt:lpstr>
      <vt:lpstr>Project  Title _____________________</vt:lpstr>
      <vt:lpstr>Certificate</vt:lpstr>
      <vt:lpstr>Declaration</vt:lpstr>
      <vt:lpstr>Acknowledgement</vt:lpstr>
      <vt:lpstr>Abstract / Executive Summary</vt:lpstr>
      <vt:lpstr>Chapter 1: Introduction</vt:lpstr>
      <vt:lpstr>Chapter 2: System Study</vt:lpstr>
      <vt:lpstr>Chapter 3: System Analysis</vt:lpstr>
      <vt:lpstr>Chapter 4: System Design</vt:lpstr>
      <vt:lpstr>Chapter 5: System Implementation</vt:lpstr>
      <vt:lpstr>Chapter 6: Testing</vt:lpstr>
      <vt:lpstr>Chapter 7: Results &amp; Discussion</vt:lpstr>
      <vt:lpstr>Chapter 8: Conclusion &amp; Future Scope</vt:lpstr>
      <vt:lpstr>Chapter 9: References</vt:lpstr>
      <vt:lpstr>Chapter 10: Appendices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 MCA / BcA / MSc (DS) Project Report Presentation</dc:title>
  <dc:creator>HP</dc:creator>
  <dc:description>generated using python-pptx</dc:description>
  <cp:lastModifiedBy>HP</cp:lastModifiedBy>
  <cp:revision>7</cp:revision>
  <dcterms:created xsi:type="dcterms:W3CDTF">2013-01-27T09:14:16Z</dcterms:created>
  <dcterms:modified xsi:type="dcterms:W3CDTF">2026-02-20T10:40:09Z</dcterms:modified>
</cp:coreProperties>
</file>