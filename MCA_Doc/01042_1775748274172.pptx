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sldIdLst>
    <p:sldId id="272" r:id="rId2"/>
    <p:sldId id="271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805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14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26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30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78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7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2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6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91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24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7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09C3-9ADF-64F9-F24E-A3A342257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0" y="804520"/>
            <a:ext cx="6571343" cy="1049235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Remember 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Making PPT.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1A4A-09F3-9992-02B1-CE95A3FDF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Times New Roman"/>
              </a:rPr>
              <a:t>Font Style- Times new Roman</a:t>
            </a:r>
          </a:p>
          <a:p>
            <a:r>
              <a:rPr lang="en-US" sz="1400" dirty="0">
                <a:latin typeface="Times New Roman"/>
              </a:rPr>
              <a:t>Text size – 14 </a:t>
            </a:r>
          </a:p>
          <a:p>
            <a:r>
              <a:rPr lang="en-US" sz="1400" dirty="0">
                <a:latin typeface="Times New Roman"/>
              </a:rPr>
              <a:t>Use 5-8  Bullet Points Properly</a:t>
            </a:r>
          </a:p>
          <a:p>
            <a:r>
              <a:rPr lang="en-US" sz="1400" dirty="0">
                <a:latin typeface="Times New Roman"/>
              </a:rPr>
              <a:t>Instead of long text, use:</a:t>
            </a:r>
          </a:p>
          <a:p>
            <a:r>
              <a:rPr lang="en-US" sz="1400" dirty="0">
                <a:latin typeface="Times New Roman"/>
              </a:rPr>
              <a:t>Charts</a:t>
            </a:r>
          </a:p>
          <a:p>
            <a:r>
              <a:rPr lang="en-US" sz="1400" dirty="0">
                <a:latin typeface="Times New Roman"/>
              </a:rPr>
              <a:t>Graphs</a:t>
            </a:r>
          </a:p>
          <a:p>
            <a:r>
              <a:rPr lang="en-US" sz="1400" dirty="0">
                <a:latin typeface="Times New Roman"/>
              </a:rPr>
              <a:t>Images</a:t>
            </a:r>
          </a:p>
          <a:p>
            <a:r>
              <a:rPr lang="en-US" sz="1400" dirty="0">
                <a:latin typeface="Times New Roman"/>
              </a:rPr>
              <a:t>Visuals increase retention from </a:t>
            </a:r>
            <a:r>
              <a:rPr lang="en-US" sz="1400" b="1" dirty="0">
                <a:latin typeface="Times New Roman"/>
              </a:rPr>
              <a:t>10% (reading)</a:t>
            </a:r>
            <a:r>
              <a:rPr lang="en-US" sz="1400" dirty="0">
                <a:latin typeface="Times New Roman"/>
              </a:rPr>
              <a:t> to </a:t>
            </a:r>
            <a:r>
              <a:rPr lang="en-US" sz="1400" b="1" dirty="0">
                <a:latin typeface="Times New Roman"/>
              </a:rPr>
              <a:t>60–70% (visual learning)</a:t>
            </a:r>
            <a:r>
              <a:rPr lang="en-US" sz="1400" dirty="0">
                <a:latin typeface="Times New Roman"/>
              </a:rPr>
              <a:t>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6F48D-CE82-3C96-76CA-B180458DA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67" y="70962"/>
            <a:ext cx="2424825" cy="46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9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/>
              </a:rPr>
              <a:t>PROJECT Title_______</a:t>
            </a:r>
            <a:br>
              <a:rPr lang="en-US" sz="3000" dirty="0">
                <a:latin typeface="Times New Roman"/>
              </a:rPr>
            </a:br>
            <a:r>
              <a:rPr lang="en-US" sz="1200" dirty="0">
                <a:latin typeface="Times New Roman"/>
              </a:rPr>
              <a:t>(Write project title here..)</a:t>
            </a:r>
            <a:endParaRPr lang="en-IN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1400" dirty="0">
                <a:latin typeface="Times New Roman"/>
              </a:rPr>
              <a:t>Submitted in partial fulfillment of the requirements for the award of the degree of</a:t>
            </a:r>
            <a:endParaRPr lang="en-IN" dirty="0"/>
          </a:p>
          <a:p>
            <a:r>
              <a:rPr lang="en-US" sz="1400" dirty="0">
                <a:latin typeface="Times New Roman"/>
              </a:rPr>
              <a:t>Bachelor of Computer Application (BCA) / Master of Computer Application (MCA)/ Master of Science (Data Science) MSc (DS)</a:t>
            </a:r>
            <a:endParaRPr lang="en-IN" dirty="0"/>
          </a:p>
          <a:p>
            <a:r>
              <a:rPr lang="en-US" sz="1400" dirty="0">
                <a:latin typeface="Times New Roman"/>
              </a:rPr>
              <a:t>By</a:t>
            </a:r>
            <a:endParaRPr lang="en-IN" dirty="0"/>
          </a:p>
          <a:p>
            <a:r>
              <a:rPr lang="en-US" sz="1400" dirty="0">
                <a:latin typeface="Times New Roman"/>
              </a:rPr>
              <a:t>Student Name: ____________________</a:t>
            </a:r>
            <a:endParaRPr lang="en-IN" dirty="0"/>
          </a:p>
          <a:p>
            <a:r>
              <a:rPr lang="en-US" sz="1400" dirty="0">
                <a:latin typeface="Times New Roman"/>
              </a:rPr>
              <a:t>Enrollment No: ____________________</a:t>
            </a:r>
            <a:endParaRPr lang="en-IN" dirty="0"/>
          </a:p>
          <a:p>
            <a:r>
              <a:rPr lang="en-US" sz="1400" dirty="0">
                <a:latin typeface="Times New Roman"/>
              </a:rPr>
              <a:t>Under the guidance of</a:t>
            </a:r>
            <a:endParaRPr lang="en-IN" dirty="0"/>
          </a:p>
          <a:p>
            <a:r>
              <a:rPr lang="en-US" sz="1400" dirty="0">
                <a:latin typeface="Times New Roman"/>
              </a:rPr>
              <a:t>Guide/Mentor Name: __________________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24D5D-678E-8AE1-5219-B3A8C36C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33" y="70962"/>
            <a:ext cx="2365560" cy="46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>
                <a:latin typeface="Times New Roman"/>
              </a:rPr>
              <a:t>Abstract /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Project Topic Overview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 dirty="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Objectives</a:t>
            </a:r>
          </a:p>
          <a:p>
            <a:pPr lvl="1"/>
            <a:r>
              <a:rPr sz="1400" dirty="0">
                <a:latin typeface="Times New Roman"/>
              </a:rPr>
              <a:t>System Analysis &amp; Design</a:t>
            </a:r>
          </a:p>
          <a:p>
            <a:pPr lvl="1"/>
            <a:r>
              <a:rPr sz="1400" dirty="0">
                <a:latin typeface="Times New Roman"/>
              </a:rPr>
              <a:t>Implementation &amp; Testing</a:t>
            </a:r>
          </a:p>
          <a:p>
            <a:pPr lvl="1"/>
            <a:r>
              <a:rPr sz="1400" dirty="0">
                <a:latin typeface="Times New Roman"/>
              </a:rPr>
              <a:t>Future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F05E6-4A87-0216-D570-AC8AA16E8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>
                <a:latin typeface="Times New Roman"/>
              </a:rPr>
              <a:t> </a:t>
            </a:r>
            <a:r>
              <a:rPr sz="1400" dirty="0">
                <a:latin typeface="Times New Roman"/>
              </a:rPr>
              <a:t>Project Background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 dirty="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Problem Definition</a:t>
            </a:r>
          </a:p>
          <a:p>
            <a:pPr lvl="1"/>
            <a:r>
              <a:rPr sz="1400" dirty="0">
                <a:latin typeface="Times New Roman"/>
              </a:rPr>
              <a:t>Objectives</a:t>
            </a:r>
          </a:p>
          <a:p>
            <a:pPr lvl="1"/>
            <a:r>
              <a:rPr sz="1400" dirty="0">
                <a:latin typeface="Times New Roman"/>
              </a:rPr>
              <a:t>Scope</a:t>
            </a:r>
          </a:p>
          <a:p>
            <a:pPr lvl="1"/>
            <a:r>
              <a:rPr sz="1400" dirty="0">
                <a:latin typeface="Times New Roman"/>
              </a:rPr>
              <a:t>Technology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6572BB-22F1-5D8D-897C-A2B8A260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67" y="70962"/>
            <a:ext cx="2424825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Existing System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 dirty="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Limitations</a:t>
            </a:r>
          </a:p>
          <a:p>
            <a:pPr lvl="1"/>
            <a:r>
              <a:rPr sz="1400" dirty="0">
                <a:latin typeface="Times New Roman"/>
              </a:rPr>
              <a:t>Feasibility Study</a:t>
            </a:r>
          </a:p>
          <a:p>
            <a:pPr lvl="1"/>
            <a:r>
              <a:rPr sz="1400" dirty="0">
                <a:latin typeface="Times New Roman"/>
              </a:rPr>
              <a:t>Requirement Gathering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6B2B0E-E40D-07F6-2D28-3E8A4056C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Requirement Analysis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 dirty="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Functional Requirements</a:t>
            </a:r>
          </a:p>
          <a:p>
            <a:pPr lvl="1"/>
            <a:r>
              <a:rPr sz="1400" dirty="0">
                <a:latin typeface="Times New Roman"/>
              </a:rPr>
              <a:t>Non-Functional Requirements</a:t>
            </a:r>
          </a:p>
          <a:p>
            <a:pPr lvl="1"/>
            <a:r>
              <a:rPr sz="1400" dirty="0">
                <a:latin typeface="Times New Roman"/>
              </a:rPr>
              <a:t>DFD / Use Case Diagrams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A6A8D-C47C-2FDE-1092-13FD93E1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System Architecture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 dirty="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Database Design</a:t>
            </a:r>
          </a:p>
          <a:p>
            <a:pPr lvl="1"/>
            <a:r>
              <a:rPr sz="1400" dirty="0">
                <a:latin typeface="Times New Roman"/>
              </a:rPr>
              <a:t>ER Diagram</a:t>
            </a:r>
          </a:p>
          <a:p>
            <a:pPr lvl="1"/>
            <a:r>
              <a:rPr sz="1400" dirty="0">
                <a:latin typeface="Times New Roman"/>
              </a:rPr>
              <a:t>UI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00C14-7F29-7C00-5E26-7C0371B2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Technology Stack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 dirty="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Module Development</a:t>
            </a:r>
          </a:p>
          <a:p>
            <a:pPr lvl="1"/>
            <a:r>
              <a:rPr sz="1400" dirty="0">
                <a:latin typeface="Times New Roman"/>
              </a:rPr>
              <a:t>Database Integration</a:t>
            </a:r>
          </a:p>
          <a:p>
            <a:pPr lvl="1"/>
            <a:r>
              <a:rPr sz="1400" dirty="0">
                <a:latin typeface="Times New Roman"/>
              </a:rPr>
              <a:t>Deployment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20D82-E6E8-6E30-5677-CD77AA05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Unit Testing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 dirty="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Integration Testing</a:t>
            </a:r>
          </a:p>
          <a:p>
            <a:pPr lvl="1"/>
            <a:r>
              <a:rPr sz="1400" dirty="0">
                <a:latin typeface="Times New Roman"/>
              </a:rPr>
              <a:t>System Testing</a:t>
            </a:r>
          </a:p>
          <a:p>
            <a:pPr lvl="1"/>
            <a:r>
              <a:rPr sz="1400" dirty="0">
                <a:latin typeface="Times New Roman"/>
              </a:rPr>
              <a:t>Test Cases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7D352-86FA-6DFD-5870-3CD399FB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/>
              </a:rP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System Output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 dirty="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Performance Analysis</a:t>
            </a:r>
          </a:p>
          <a:p>
            <a:pPr lvl="1"/>
            <a:r>
              <a:rPr sz="1400" dirty="0">
                <a:latin typeface="Times New Roman"/>
              </a:rPr>
              <a:t>Advantages</a:t>
            </a:r>
          </a:p>
          <a:p>
            <a:pPr lvl="1"/>
            <a:r>
              <a:rPr sz="1400" dirty="0">
                <a:latin typeface="Times New Roman"/>
              </a:rPr>
              <a:t>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901D2-7676-849F-F55A-C8172ED2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Project Summary</a:t>
            </a:r>
            <a:r>
              <a:rPr lang="en-IN" sz="1400" dirty="0">
                <a:latin typeface="Times New Roman"/>
              </a:rPr>
              <a:t> </a:t>
            </a:r>
            <a:r>
              <a:rPr lang="en-US" sz="1400">
                <a:latin typeface="Times New Roman"/>
              </a:rPr>
              <a:t>(write 5 bullets points)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Objectives Achieved</a:t>
            </a:r>
          </a:p>
          <a:p>
            <a:pPr lvl="1"/>
            <a:r>
              <a:rPr sz="1400" dirty="0">
                <a:latin typeface="Times New Roman"/>
              </a:rPr>
              <a:t>Benefits</a:t>
            </a:r>
          </a:p>
          <a:p>
            <a:pPr lvl="1"/>
            <a:r>
              <a:rPr sz="1400" dirty="0">
                <a:latin typeface="Times New Roman"/>
              </a:rPr>
              <a:t>Future Enhancements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3DD13-F247-627A-1751-14C993176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C3C44E-E4A7-C1B0-DD3A-53CDE4AD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3787800"/>
          </a:xfrm>
        </p:spPr>
        <p:txBody>
          <a:bodyPr/>
          <a:lstStyle/>
          <a:p>
            <a:r>
              <a:rPr lang="en-US" dirty="0"/>
              <a:t>Thank you….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08796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132</TotalTime>
  <Words>272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Times New Roman</vt:lpstr>
      <vt:lpstr>Gallery</vt:lpstr>
      <vt:lpstr>Points to Remember  while Making PPT.</vt:lpstr>
      <vt:lpstr>PROJECT Title_______ (Write project title here..)</vt:lpstr>
      <vt:lpstr>Abstract / Executive Summary</vt:lpstr>
      <vt:lpstr>Introduction</vt:lpstr>
      <vt:lpstr>System Study</vt:lpstr>
      <vt:lpstr>System Analysis</vt:lpstr>
      <vt:lpstr>System Design</vt:lpstr>
      <vt:lpstr>System Implementation</vt:lpstr>
      <vt:lpstr>Testing</vt:lpstr>
      <vt:lpstr>Results &amp; Discussion</vt:lpstr>
      <vt:lpstr>Conclusion &amp; Future Scope</vt:lpstr>
      <vt:lpstr>Thank you….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MCA / BcA / MSc (DS) Project Report Presentation</dc:title>
  <dc:creator>HP</dc:creator>
  <dc:description>generated using python-pptx</dc:description>
  <cp:lastModifiedBy>Shikha Gupta</cp:lastModifiedBy>
  <cp:revision>11</cp:revision>
  <dcterms:created xsi:type="dcterms:W3CDTF">2013-01-27T09:14:16Z</dcterms:created>
  <dcterms:modified xsi:type="dcterms:W3CDTF">2026-02-25T04:20:36Z</dcterms:modified>
</cp:coreProperties>
</file>